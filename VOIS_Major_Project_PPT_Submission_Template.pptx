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02" r:id="rId9"/>
    <p:sldId id="339" r:id="rId10"/>
    <p:sldId id="340" r:id="rId11"/>
    <p:sldId id="344" r:id="rId12"/>
    <p:sldId id="345" r:id="rId13"/>
    <p:sldId id="347" r:id="rId14"/>
    <p:sldId id="346" r:id="rId15"/>
    <p:sldId id="348" r:id="rId16"/>
    <p:sldId id="349" r:id="rId17"/>
    <p:sldId id="341" r:id="rId18"/>
    <p:sldId id="342" r:id="rId19"/>
    <p:sldId id="343"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5033" autoAdjust="0"/>
  </p:normalViewPr>
  <p:slideViewPr>
    <p:cSldViewPr snapToGrid="0">
      <p:cViewPr>
        <p:scale>
          <a:sx n="66" d="100"/>
          <a:sy n="66" d="100"/>
        </p:scale>
        <p:origin x="1320" y="55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sharafalikt79-prog/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5174719" cy="861497"/>
          </a:xfrm>
        </p:spPr>
        <p:txBody>
          <a:bodyPr vert="horz" lIns="91440" tIns="45720" rIns="91440" bIns="45720" rtlCol="0" anchor="t">
            <a:normAutofit fontScale="85000" lnSpcReduction="10000"/>
          </a:bodyPr>
          <a:lstStyle/>
          <a:p>
            <a:pPr algn="r"/>
            <a:r>
              <a:rPr lang="en-US" b="0" dirty="0">
                <a:solidFill>
                  <a:schemeClr val="tx1"/>
                </a:solidFill>
              </a:rPr>
              <a:t>SHARAFALI KT</a:t>
            </a:r>
            <a:endParaRPr lang="en-IN" b="0" dirty="0">
              <a:solidFill>
                <a:schemeClr val="tx1"/>
              </a:solidFill>
            </a:endParaRPr>
          </a:p>
          <a:p>
            <a:pPr algn="r"/>
            <a:r>
              <a:rPr lang="en-US" b="0" dirty="0">
                <a:solidFill>
                  <a:schemeClr val="tx1"/>
                </a:solidFill>
              </a:rPr>
              <a:t>GOVERNMENT ENGINEERING COLLEGE THRISSUR</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8336706" cy="743448"/>
          </a:xfrm>
        </p:spPr>
        <p:txBody>
          <a:bodyPr>
            <a:normAutofit/>
          </a:bodyPr>
          <a:lstStyle/>
          <a:p>
            <a:r>
              <a:rPr lang="en-IN" sz="3200" dirty="0"/>
              <a:t>Seasonal Agriculture Performance Analysis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5138594" cy="369332"/>
          </a:xfrm>
          <a:prstGeom prst="rect">
            <a:avLst/>
          </a:prstGeom>
          <a:noFill/>
        </p:spPr>
        <p:txBody>
          <a:bodyPr wrap="square" rtlCol="0">
            <a:spAutoFit/>
          </a:bodyPr>
          <a:lstStyle/>
          <a:p>
            <a:r>
              <a:rPr lang="en-US" b="1" dirty="0"/>
              <a:t>AICTE STU ID : </a:t>
            </a:r>
            <a:r>
              <a:rPr lang="en-IN" dirty="0"/>
              <a:t>STU6a6b0e20d74011785400864</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10532320" cy="830997"/>
          </a:xfrm>
        </p:spPr>
        <p:txBody>
          <a:bodyPr>
            <a:normAutofit fontScale="90000"/>
          </a:bodyPr>
          <a:lstStyle/>
          <a:p>
            <a:r>
              <a:rPr lang="en-GB" dirty="0"/>
              <a:t>Project Description</a:t>
            </a:r>
            <a:br>
              <a:rPr lang="en-GB" dirty="0"/>
            </a:br>
            <a:r>
              <a:rPr lang="en-IN" sz="4000" dirty="0"/>
              <a:t>The primary objective of this project is to </a:t>
            </a:r>
            <a:r>
              <a:rPr lang="en-IN" sz="4000" dirty="0" err="1"/>
              <a:t>analyze</a:t>
            </a:r>
            <a:r>
              <a:rPr lang="en-IN" sz="4000" dirty="0"/>
              <a:t> agricultural data from different seasons and identify meaningful patterns, trends, relationships and differences in agricultural performance.</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r>
              <a:rPr lang="en-US" sz="3600" dirty="0"/>
              <a:t>FARMERS</a:t>
            </a:r>
          </a:p>
          <a:p>
            <a:pPr algn="just">
              <a:lnSpc>
                <a:spcPct val="150000"/>
              </a:lnSpc>
            </a:pPr>
            <a:r>
              <a:rPr lang="en-US" sz="3600" dirty="0"/>
              <a:t>INDUSTRIES</a:t>
            </a:r>
          </a:p>
          <a:p>
            <a:pPr algn="just">
              <a:lnSpc>
                <a:spcPct val="150000"/>
              </a:lnSpc>
            </a:pPr>
            <a:r>
              <a:rPr lang="en-US" sz="3600" dirty="0"/>
              <a:t>MEDICAL</a:t>
            </a:r>
          </a:p>
          <a:p>
            <a:pPr algn="just">
              <a:lnSpc>
                <a:spcPct val="150000"/>
              </a:lnSpc>
            </a:pPr>
            <a:r>
              <a:rPr lang="en-US" sz="3600" dirty="0"/>
              <a:t>PEOPLE</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r>
              <a:rPr lang="en-IN" dirty="0" err="1"/>
              <a:t>numpy</a:t>
            </a:r>
            <a:r>
              <a:rPr lang="en-IN" dirty="0"/>
              <a:t>  </a:t>
            </a:r>
          </a:p>
          <a:p>
            <a:r>
              <a:rPr lang="en-IN" dirty="0"/>
              <a:t>python</a:t>
            </a:r>
          </a:p>
          <a:p>
            <a:r>
              <a:rPr lang="en-IN" dirty="0"/>
              <a:t>pandas</a:t>
            </a:r>
          </a:p>
          <a:p>
            <a:r>
              <a:rPr lang="en-IN" dirty="0"/>
              <a:t>Matplotlib with </a:t>
            </a:r>
            <a:r>
              <a:rPr lang="en-IN" dirty="0" err="1"/>
              <a:t>pyplot</a:t>
            </a:r>
            <a:endParaRPr lang="en-IN" dirty="0"/>
          </a:p>
          <a:p>
            <a:r>
              <a:rPr lang="en-IN" dirty="0"/>
              <a:t>seaborn</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6" name="Picture 15">
            <a:extLst>
              <a:ext uri="{FF2B5EF4-FFF2-40B4-BE49-F238E27FC236}">
                <a16:creationId xmlns:a16="http://schemas.microsoft.com/office/drawing/2014/main" id="{D21E72C9-1288-0E1D-9BE8-2121A28AD2B4}"/>
              </a:ext>
            </a:extLst>
          </p:cNvPr>
          <p:cNvPicPr>
            <a:picLocks noChangeAspect="1"/>
          </p:cNvPicPr>
          <p:nvPr/>
        </p:nvPicPr>
        <p:blipFill>
          <a:blip r:embed="rId3"/>
          <a:stretch>
            <a:fillRect/>
          </a:stretch>
        </p:blipFill>
        <p:spPr>
          <a:xfrm>
            <a:off x="78787" y="1584961"/>
            <a:ext cx="5640700" cy="5080000"/>
          </a:xfrm>
          <a:prstGeom prst="rect">
            <a:avLst/>
          </a:prstGeom>
        </p:spPr>
      </p:pic>
      <p:pic>
        <p:nvPicPr>
          <p:cNvPr id="18" name="Picture 17">
            <a:extLst>
              <a:ext uri="{FF2B5EF4-FFF2-40B4-BE49-F238E27FC236}">
                <a16:creationId xmlns:a16="http://schemas.microsoft.com/office/drawing/2014/main" id="{D786F3B0-1482-E54B-6154-03A35B07CDC2}"/>
              </a:ext>
            </a:extLst>
          </p:cNvPr>
          <p:cNvPicPr>
            <a:picLocks noChangeAspect="1"/>
          </p:cNvPicPr>
          <p:nvPr/>
        </p:nvPicPr>
        <p:blipFill>
          <a:blip r:embed="rId4"/>
          <a:stretch>
            <a:fillRect/>
          </a:stretch>
        </p:blipFill>
        <p:spPr>
          <a:xfrm>
            <a:off x="5719487" y="1584961"/>
            <a:ext cx="6151531" cy="507999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0BAD3818-C0B0-7602-87B5-73C7FB1B7F39}"/>
              </a:ext>
            </a:extLst>
          </p:cNvPr>
          <p:cNvPicPr>
            <a:picLocks noChangeAspect="1"/>
          </p:cNvPicPr>
          <p:nvPr/>
        </p:nvPicPr>
        <p:blipFill>
          <a:blip r:embed="rId3"/>
          <a:stretch>
            <a:fillRect/>
          </a:stretch>
        </p:blipFill>
        <p:spPr>
          <a:xfrm>
            <a:off x="484814" y="1311592"/>
            <a:ext cx="9517099" cy="5353368"/>
          </a:xfrm>
          <a:prstGeom prst="rect">
            <a:avLst/>
          </a:prstGeom>
        </p:spPr>
      </p:pic>
      <p:pic>
        <p:nvPicPr>
          <p:cNvPr id="9" name="Picture 8">
            <a:extLst>
              <a:ext uri="{FF2B5EF4-FFF2-40B4-BE49-F238E27FC236}">
                <a16:creationId xmlns:a16="http://schemas.microsoft.com/office/drawing/2014/main" id="{951F3B17-6CDF-D11B-7E54-24DABE08BA51}"/>
              </a:ext>
            </a:extLst>
          </p:cNvPr>
          <p:cNvPicPr>
            <a:picLocks noChangeAspect="1"/>
          </p:cNvPicPr>
          <p:nvPr/>
        </p:nvPicPr>
        <p:blipFill>
          <a:blip r:embed="rId4"/>
          <a:stretch>
            <a:fillRect/>
          </a:stretch>
        </p:blipFill>
        <p:spPr>
          <a:xfrm>
            <a:off x="4180999" y="1311592"/>
            <a:ext cx="7690020" cy="535336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4CF0FFF9-2450-CF02-967C-ECEA8FAB109D}"/>
              </a:ext>
            </a:extLst>
          </p:cNvPr>
          <p:cNvPicPr>
            <a:picLocks noChangeAspect="1"/>
          </p:cNvPicPr>
          <p:nvPr/>
        </p:nvPicPr>
        <p:blipFill>
          <a:blip r:embed="rId3"/>
          <a:stretch>
            <a:fillRect/>
          </a:stretch>
        </p:blipFill>
        <p:spPr>
          <a:xfrm>
            <a:off x="82533" y="1356400"/>
            <a:ext cx="6013467" cy="5212040"/>
          </a:xfrm>
          <a:prstGeom prst="rect">
            <a:avLst/>
          </a:prstGeom>
        </p:spPr>
      </p:pic>
      <p:pic>
        <p:nvPicPr>
          <p:cNvPr id="14" name="Picture 13">
            <a:extLst>
              <a:ext uri="{FF2B5EF4-FFF2-40B4-BE49-F238E27FC236}">
                <a16:creationId xmlns:a16="http://schemas.microsoft.com/office/drawing/2014/main" id="{E58DB4E3-4197-2671-2662-6BBDEEAC2137}"/>
              </a:ext>
            </a:extLst>
          </p:cNvPr>
          <p:cNvPicPr>
            <a:picLocks noChangeAspect="1"/>
          </p:cNvPicPr>
          <p:nvPr/>
        </p:nvPicPr>
        <p:blipFill>
          <a:blip r:embed="rId4"/>
          <a:stretch>
            <a:fillRect/>
          </a:stretch>
        </p:blipFill>
        <p:spPr>
          <a:xfrm>
            <a:off x="6017474" y="1356400"/>
            <a:ext cx="6091993" cy="5285825"/>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9" name="Picture 8">
            <a:extLst>
              <a:ext uri="{FF2B5EF4-FFF2-40B4-BE49-F238E27FC236}">
                <a16:creationId xmlns:a16="http://schemas.microsoft.com/office/drawing/2014/main" id="{B0B1ACF2-BD05-75D8-9AD0-59AA2E40ABC9}"/>
              </a:ext>
            </a:extLst>
          </p:cNvPr>
          <p:cNvPicPr>
            <a:picLocks noChangeAspect="1"/>
          </p:cNvPicPr>
          <p:nvPr/>
        </p:nvPicPr>
        <p:blipFill>
          <a:blip r:embed="rId3"/>
          <a:stretch>
            <a:fillRect/>
          </a:stretch>
        </p:blipFill>
        <p:spPr>
          <a:xfrm>
            <a:off x="6096000" y="1270005"/>
            <a:ext cx="5836674" cy="5453348"/>
          </a:xfrm>
          <a:prstGeom prst="rect">
            <a:avLst/>
          </a:prstGeom>
        </p:spPr>
      </p:pic>
      <p:pic>
        <p:nvPicPr>
          <p:cNvPr id="12" name="Picture 11">
            <a:extLst>
              <a:ext uri="{FF2B5EF4-FFF2-40B4-BE49-F238E27FC236}">
                <a16:creationId xmlns:a16="http://schemas.microsoft.com/office/drawing/2014/main" id="{839E5905-84BD-29D7-E378-587B39EC4661}"/>
              </a:ext>
            </a:extLst>
          </p:cNvPr>
          <p:cNvPicPr>
            <a:picLocks noChangeAspect="1"/>
          </p:cNvPicPr>
          <p:nvPr/>
        </p:nvPicPr>
        <p:blipFill>
          <a:blip r:embed="rId4"/>
          <a:stretch>
            <a:fillRect/>
          </a:stretch>
        </p:blipFill>
        <p:spPr>
          <a:xfrm>
            <a:off x="163860" y="1201586"/>
            <a:ext cx="5857551" cy="5345612"/>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EDD27-1F8A-D406-2AB6-45B354E3796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A9AC659-68CD-386B-1687-3C874A7184E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06FBB40-BEA7-B323-0CFE-344648FEBE2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63AF8A5F-A676-573F-DE67-0F3D59067BA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0F5694E-FAE1-C4A0-7670-1BDFDB6C44C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C4EAB8F9-9170-32EB-7A84-0EE63D0729DD}"/>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18" name="Picture 17">
            <a:extLst>
              <a:ext uri="{FF2B5EF4-FFF2-40B4-BE49-F238E27FC236}">
                <a16:creationId xmlns:a16="http://schemas.microsoft.com/office/drawing/2014/main" id="{A61B7979-1DFF-DB14-D145-227C2652CA57}"/>
              </a:ext>
            </a:extLst>
          </p:cNvPr>
          <p:cNvPicPr>
            <a:picLocks noChangeAspect="1"/>
          </p:cNvPicPr>
          <p:nvPr/>
        </p:nvPicPr>
        <p:blipFill>
          <a:blip r:embed="rId3"/>
          <a:stretch>
            <a:fillRect/>
          </a:stretch>
        </p:blipFill>
        <p:spPr>
          <a:xfrm>
            <a:off x="0" y="1187376"/>
            <a:ext cx="12192000" cy="4483248"/>
          </a:xfrm>
          <a:prstGeom prst="rect">
            <a:avLst/>
          </a:prstGeom>
        </p:spPr>
      </p:pic>
    </p:spTree>
    <p:extLst>
      <p:ext uri="{BB962C8B-B14F-4D97-AF65-F5344CB8AC3E}">
        <p14:creationId xmlns:p14="http://schemas.microsoft.com/office/powerpoint/2010/main" val="3892264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16CEF-58BE-CEE2-B8E9-D44AB2AA77A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C4A6BD0-AB80-468E-EDC6-E669FF1E1FF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02B7C43-0C2E-4945-284B-8E8442836F7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B326709-C1E9-79C4-F64B-78B471583F8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D435157-AE4D-3E6B-0A95-387869C332C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1B6E6606-6221-9ECE-A9FA-8D0B1ABC7D91}"/>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18" name="Picture 17">
            <a:extLst>
              <a:ext uri="{FF2B5EF4-FFF2-40B4-BE49-F238E27FC236}">
                <a16:creationId xmlns:a16="http://schemas.microsoft.com/office/drawing/2014/main" id="{92BD0328-ABC1-71E6-2BC4-50E49E0D05B4}"/>
              </a:ext>
            </a:extLst>
          </p:cNvPr>
          <p:cNvPicPr>
            <a:picLocks noChangeAspect="1"/>
          </p:cNvPicPr>
          <p:nvPr/>
        </p:nvPicPr>
        <p:blipFill>
          <a:blip r:embed="rId3"/>
          <a:stretch>
            <a:fillRect/>
          </a:stretch>
        </p:blipFill>
        <p:spPr>
          <a:xfrm>
            <a:off x="0" y="1187376"/>
            <a:ext cx="12192000" cy="4483248"/>
          </a:xfrm>
          <a:prstGeom prst="rect">
            <a:avLst/>
          </a:prstGeom>
        </p:spPr>
      </p:pic>
      <p:pic>
        <p:nvPicPr>
          <p:cNvPr id="20" name="Picture 19">
            <a:extLst>
              <a:ext uri="{FF2B5EF4-FFF2-40B4-BE49-F238E27FC236}">
                <a16:creationId xmlns:a16="http://schemas.microsoft.com/office/drawing/2014/main" id="{B87EABF7-D75D-9E47-4769-0CBD495D5405}"/>
              </a:ext>
            </a:extLst>
          </p:cNvPr>
          <p:cNvPicPr>
            <a:picLocks noChangeAspect="1"/>
          </p:cNvPicPr>
          <p:nvPr/>
        </p:nvPicPr>
        <p:blipFill>
          <a:blip r:embed="rId4"/>
          <a:stretch>
            <a:fillRect/>
          </a:stretch>
        </p:blipFill>
        <p:spPr>
          <a:xfrm>
            <a:off x="0" y="1006140"/>
            <a:ext cx="12192000" cy="4845719"/>
          </a:xfrm>
          <a:prstGeom prst="rect">
            <a:avLst/>
          </a:prstGeom>
        </p:spPr>
      </p:pic>
    </p:spTree>
    <p:extLst>
      <p:ext uri="{BB962C8B-B14F-4D97-AF65-F5344CB8AC3E}">
        <p14:creationId xmlns:p14="http://schemas.microsoft.com/office/powerpoint/2010/main" val="1938384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59295-6248-A15D-2773-FE6913F2E50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7BC0ED1-C5FE-8B72-D58B-E4CF5FA557C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1603CA9-4E59-1118-88FE-986E6CE930BE}"/>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3AD9C34-7FD6-3EA2-EBAD-F49B16D5429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D90E72-1E17-9963-1D41-4B4FE931837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EFCDC488-EAEA-DBC7-276B-017C7317C165}"/>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4" name="Picture 23">
            <a:extLst>
              <a:ext uri="{FF2B5EF4-FFF2-40B4-BE49-F238E27FC236}">
                <a16:creationId xmlns:a16="http://schemas.microsoft.com/office/drawing/2014/main" id="{FEFD04D7-73F9-DD1C-D265-6451B4CC11F4}"/>
              </a:ext>
            </a:extLst>
          </p:cNvPr>
          <p:cNvPicPr>
            <a:picLocks noChangeAspect="1"/>
          </p:cNvPicPr>
          <p:nvPr/>
        </p:nvPicPr>
        <p:blipFill>
          <a:blip r:embed="rId3"/>
          <a:stretch>
            <a:fillRect/>
          </a:stretch>
        </p:blipFill>
        <p:spPr>
          <a:xfrm>
            <a:off x="0" y="1431693"/>
            <a:ext cx="12192000" cy="4953000"/>
          </a:xfrm>
          <a:prstGeom prst="rect">
            <a:avLst/>
          </a:prstGeom>
        </p:spPr>
      </p:pic>
    </p:spTree>
    <p:extLst>
      <p:ext uri="{BB962C8B-B14F-4D97-AF65-F5344CB8AC3E}">
        <p14:creationId xmlns:p14="http://schemas.microsoft.com/office/powerpoint/2010/main" val="1866673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66A74-3A45-0691-1DC5-873A42FF40D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B8A43D4-9504-A3D6-CB31-A1B2C3B477F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BFC0400-24FB-A711-92CD-B8C676BDB31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57A0198-8845-39AE-319C-EB2548A45A73}"/>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D191D6A-5987-C46F-28E6-5A4B87C8EA3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05C7254F-E7FF-928C-F72C-941853C9ACFC}"/>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2" name="Picture 21">
            <a:extLst>
              <a:ext uri="{FF2B5EF4-FFF2-40B4-BE49-F238E27FC236}">
                <a16:creationId xmlns:a16="http://schemas.microsoft.com/office/drawing/2014/main" id="{B7FA7625-05DE-C829-1F04-F001804EEE49}"/>
              </a:ext>
            </a:extLst>
          </p:cNvPr>
          <p:cNvPicPr>
            <a:picLocks noChangeAspect="1"/>
          </p:cNvPicPr>
          <p:nvPr/>
        </p:nvPicPr>
        <p:blipFill>
          <a:blip r:embed="rId3"/>
          <a:stretch>
            <a:fillRect/>
          </a:stretch>
        </p:blipFill>
        <p:spPr>
          <a:xfrm>
            <a:off x="0" y="1275371"/>
            <a:ext cx="12192000" cy="4932923"/>
          </a:xfrm>
          <a:prstGeom prst="rect">
            <a:avLst/>
          </a:prstGeom>
        </p:spPr>
      </p:pic>
    </p:spTree>
    <p:extLst>
      <p:ext uri="{BB962C8B-B14F-4D97-AF65-F5344CB8AC3E}">
        <p14:creationId xmlns:p14="http://schemas.microsoft.com/office/powerpoint/2010/main" val="2338793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81E29F17-97B2-BAEB-EC45-BB8182F7A47D}"/>
              </a:ext>
            </a:extLst>
          </p:cNvPr>
          <p:cNvSpPr txBox="1"/>
          <p:nvPr/>
        </p:nvSpPr>
        <p:spPr>
          <a:xfrm>
            <a:off x="787078" y="1782500"/>
            <a:ext cx="10255170" cy="1754326"/>
          </a:xfrm>
          <a:prstGeom prst="rect">
            <a:avLst/>
          </a:prstGeom>
          <a:noFill/>
        </p:spPr>
        <p:txBody>
          <a:bodyPr wrap="square" rtlCol="0">
            <a:spAutoFit/>
          </a:bodyPr>
          <a:lstStyle/>
          <a:p>
            <a:pPr marL="285750" indent="-285750">
              <a:buFont typeface="Arial" panose="020B0604020202020204" pitchFamily="34" charset="0"/>
              <a:buChar char="•"/>
            </a:pPr>
            <a:r>
              <a:rPr lang="en-US" dirty="0"/>
              <a:t>People can have seasonal preferences</a:t>
            </a:r>
          </a:p>
          <a:p>
            <a:pPr marL="285750" indent="-285750">
              <a:buFont typeface="Arial" panose="020B0604020202020204" pitchFamily="34" charset="0"/>
              <a:buChar char="•"/>
            </a:pPr>
            <a:r>
              <a:rPr lang="en-US" dirty="0"/>
              <a:t>Industrial product design</a:t>
            </a:r>
          </a:p>
          <a:p>
            <a:pPr marL="285750" indent="-285750">
              <a:buFont typeface="Arial" panose="020B0604020202020204" pitchFamily="34" charset="0"/>
              <a:buChar char="•"/>
            </a:pPr>
            <a:r>
              <a:rPr lang="en-US" dirty="0"/>
              <a:t>Better planning</a:t>
            </a:r>
          </a:p>
          <a:p>
            <a:pPr marL="285750" indent="-285750">
              <a:buFont typeface="Arial" panose="020B0604020202020204" pitchFamily="34" charset="0"/>
              <a:buChar char="•"/>
            </a:pPr>
            <a:r>
              <a:rPr lang="en-US" dirty="0"/>
              <a:t>Better growth</a:t>
            </a:r>
          </a:p>
          <a:p>
            <a:pPr marL="285750" indent="-285750">
              <a:buFont typeface="Arial" panose="020B0604020202020204" pitchFamily="34" charset="0"/>
              <a:buChar char="•"/>
            </a:pPr>
            <a:r>
              <a:rPr lang="en-US" dirty="0"/>
              <a:t>Higher yields</a:t>
            </a:r>
          </a:p>
          <a:p>
            <a:pPr marL="285750" indent="-285750">
              <a:buFont typeface="Arial" panose="020B0604020202020204" pitchFamily="34" charset="0"/>
              <a:buChar char="•"/>
            </a:pPr>
            <a:r>
              <a:rPr lang="en-US" dirty="0"/>
              <a:t>Economical design</a:t>
            </a:r>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hlinkClick r:id="rId3"/>
              </a:rPr>
              <a:t>https://github.com/sharafalikt79-prog/Seasonal-Agriculture-Performance-Analysis-</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D261914B-3C33-7C1D-D9C1-4E927CBF77D2}"/>
              </a:ext>
            </a:extLst>
          </p:cNvPr>
          <p:cNvPicPr>
            <a:picLocks noChangeAspect="1"/>
          </p:cNvPicPr>
          <p:nvPr/>
        </p:nvPicPr>
        <p:blipFill>
          <a:blip r:embed="rId3"/>
          <a:stretch>
            <a:fillRect/>
          </a:stretch>
        </p:blipFill>
        <p:spPr>
          <a:xfrm>
            <a:off x="901486" y="1355655"/>
            <a:ext cx="7625973" cy="530930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716224" y="3777378"/>
            <a:ext cx="7233858" cy="2148860"/>
          </a:xfrm>
        </p:spPr>
        <p:txBody>
          <a:bodyPr>
            <a:normAutofit/>
          </a:bodyPr>
          <a:lstStyle/>
          <a:p>
            <a:r>
              <a:rPr lang="en-US" dirty="0"/>
              <a:t>By</a:t>
            </a:r>
          </a:p>
          <a:p>
            <a:r>
              <a:rPr lang="en-US" dirty="0"/>
              <a:t>SHARAFALI KT</a:t>
            </a:r>
          </a:p>
          <a:p>
            <a:r>
              <a:rPr lang="en-IN" dirty="0"/>
              <a:t>STU6a6b0e20d74011785400864</a:t>
            </a:r>
            <a:endParaRPr lang="en-US" dirty="0"/>
          </a:p>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1458</TotalTime>
  <Words>263</Words>
  <Application>Microsoft Office PowerPoint</Application>
  <PresentationFormat>Widescreen</PresentationFormat>
  <Paragraphs>49</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Trebuchet MS</vt:lpstr>
      <vt:lpstr>Wingdings</vt:lpstr>
      <vt:lpstr>Wingdings 3</vt:lpstr>
      <vt:lpstr>Facet</vt:lpstr>
      <vt:lpstr>Seasonal Agriculture Performance Analysis </vt:lpstr>
      <vt:lpstr>PROBLEM  STATEMENT</vt:lpstr>
      <vt:lpstr>Project Description The primary objective of this project is to analyze agricultural data from different seasons and identify meaningful patterns, trends, relationships and differences in agricultural performance.</vt:lpstr>
      <vt:lpstr>WHO ARE THE END USERS?</vt:lpstr>
      <vt:lpstr>Technology Used</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Sharafali KT</cp:lastModifiedBy>
  <cp:revision>101</cp:revision>
  <dcterms:created xsi:type="dcterms:W3CDTF">2021-07-11T13:13:15Z</dcterms:created>
  <dcterms:modified xsi:type="dcterms:W3CDTF">2026-09-04T16:25:06Z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